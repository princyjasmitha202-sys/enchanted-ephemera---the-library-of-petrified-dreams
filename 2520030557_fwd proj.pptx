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51" r:id="rId10"/>
    <p:sldId id="344" r:id="rId11"/>
    <p:sldId id="345" r:id="rId12"/>
    <p:sldId id="350" r:id="rId13"/>
    <p:sldId id="346" r:id="rId14"/>
    <p:sldId id="340" r:id="rId15"/>
    <p:sldId id="349" r:id="rId16"/>
    <p:sldId id="347" r:id="rId17"/>
    <p:sldId id="348" r:id="rId18"/>
    <p:sldId id="33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4B655-F707-4C37-AC3F-ED4CC20D2453}" v="719" dt="2026-03-10T03:24:54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6" d="100"/>
          <a:sy n="66" d="100"/>
        </p:scale>
        <p:origin x="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/>
              </a:rPr>
              <a:t>Title: "ENCHAINED EPHEMERA ":THE LIBRARY OF PETRIFIED DREAMS</a:t>
            </a:r>
            <a:endParaRPr lang="en-US" sz="2400" dirty="0">
              <a:solidFill>
                <a:srgbClr val="0070C0"/>
              </a:solidFill>
              <a:latin typeface="+mn-lt"/>
              <a:ea typeface="Calibri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Jasmitha </a:t>
            </a:r>
          </a:p>
          <a:p>
            <a:pPr marL="0" indent="0" algn="ctr">
              <a:buNone/>
            </a:pPr>
            <a:r>
              <a:rPr lang="en-US" sz="9600" dirty="0"/>
              <a:t>Student ID: 2520030557</a:t>
            </a:r>
            <a:endParaRPr lang="en-US" sz="2400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200" dirty="0"/>
              <a:t>Cluster: 4</a:t>
            </a:r>
          </a:p>
          <a:p>
            <a:pPr marL="0" indent="0" algn="ctr">
              <a:buNone/>
            </a:pPr>
            <a:r>
              <a:rPr lang="en-US" sz="11200" dirty="0"/>
              <a:t>Section: 14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22" y="5209647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Sudhakar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  <a:endParaRPr lang="en-US" sz="8600">
              <a:solidFill>
                <a:srgbClr val="00B050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516" y="3498"/>
            <a:ext cx="10173182" cy="947196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014" y="960303"/>
            <a:ext cx="10515600" cy="59140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A single-page web app reimagining productivity as an act of magical stewardship, set in a metaphysical library where procrastinated time turns to stone.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Centers on Lyria, a Fae of Focus imprisoned in a glass cage whose opacity directly mirrors the user's real-world attention and focus quality.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Sustained focus clears the cage and makes the ecosystem bloom; distraction summons the Granite Moth, which progressively petrifies landscape features.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Users earn Lumen(focus currency) redeemable to purify petrified objects, banish the Moth, or plant permanent milestone flowers.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Liberation is a week-long ritual — seven focused sessions forge a Chain of Concentration, ending in an interactive cutscene where typed concepts shatter the cage.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Tone is melancholy potential, not punishment — return is honored over perfection, and stone is framed as tragic waste rather than moral failure.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Art direction blends ethereal digital painting, subtle pixel animation, and bioluminescent ecology inspired by Studio Ghibli and Monument Valley.</a:t>
            </a:r>
            <a:endParaRPr lang="en-US" sz="18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• Reframes focu</a:t>
            </a:r>
            <a:r>
              <a:rPr lang="en-US" sz="1800" dirty="0">
                <a:ea typeface="+mn-lt"/>
                <a:cs typeface="+mn-lt"/>
              </a:rPr>
              <a:t>sed work not as a chore, but as an act of creative, magical preservation— the user doesn't just study; they sustain a living world.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8134"/>
            <a:ext cx="10799735" cy="47517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0" algn="just">
              <a:buNone/>
            </a:pPr>
            <a:endParaRPr lang="en-US" b="1" dirty="0">
              <a:ea typeface="Calibri"/>
              <a:cs typeface="Calibri"/>
            </a:endParaRPr>
          </a:p>
          <a:p>
            <a:pPr marL="457200" lvl="1" indent="-339725" algn="just"/>
            <a:endParaRPr lang="en-US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408D4E-B1D7-7F43-2BC9-D13E581CCEEC}"/>
              </a:ext>
            </a:extLst>
          </p:cNvPr>
          <p:cNvSpPr txBox="1"/>
          <p:nvPr/>
        </p:nvSpPr>
        <p:spPr>
          <a:xfrm>
            <a:off x="839492" y="1724186"/>
            <a:ext cx="9118168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Forest App</a:t>
            </a:r>
            <a:r>
              <a:rPr lang="en-US" sz="2000" dirty="0">
                <a:latin typeface="Times New Roman"/>
                <a:cs typeface="Times New Roman"/>
              </a:rPr>
              <a:t> – Pomodoro timer where trees grow if you stay focused; leaving the app kills the tree.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Spirit City: Lofi Sessions</a:t>
            </a:r>
            <a:r>
              <a:rPr lang="en-US" sz="2000" dirty="0">
                <a:latin typeface="Times New Roman"/>
                <a:cs typeface="Times New Roman"/>
              </a:rPr>
              <a:t> – Focus sessions unlock spirits and build a cozy virtual environment.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Habitica</a:t>
            </a:r>
            <a:r>
              <a:rPr lang="en-US" sz="2000" dirty="0">
                <a:latin typeface="Times New Roman"/>
                <a:cs typeface="Times New Roman"/>
              </a:rPr>
              <a:t> – Turns productivity tasks into RPG quests with rewards and leveling.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Finch</a:t>
            </a:r>
            <a:r>
              <a:rPr lang="en-US" sz="2000" dirty="0">
                <a:latin typeface="Times New Roman"/>
                <a:cs typeface="Times New Roman"/>
              </a:rPr>
              <a:t> – A virtual pet grows and explores as you complete real-life tasks.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Lofi productivity apps (like LifeAt.io)</a:t>
            </a:r>
            <a:r>
              <a:rPr lang="en-US" sz="2000" dirty="0">
                <a:latin typeface="Times New Roman"/>
                <a:cs typeface="Times New Roman"/>
              </a:rPr>
              <a:t> – Provide ambient environments and timers for focus.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gamified productivity web application</a:t>
            </a:r>
            <a:r>
              <a:rPr lang="en-US" dirty="0">
                <a:latin typeface="Times New Roman"/>
                <a:ea typeface="+mn-lt"/>
                <a:cs typeface="Times New Roman"/>
              </a:rPr>
              <a:t> where user focus sessions help restore a magical world.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Users start 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Pomodoro study timer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and uninterrupted focus generates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“Lumen” energy</a:t>
            </a:r>
            <a:r>
              <a:rPr lang="en-US" dirty="0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The energy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weakens the glass cage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imprisoning the fairy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Lyria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and restores 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Glimmer-glade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environment.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ea typeface="+mn-lt"/>
                <a:cs typeface="Times New Roman"/>
              </a:rPr>
              <a:t>Distractions or tab switching</a:t>
            </a:r>
            <a:r>
              <a:rPr lang="en-US" dirty="0">
                <a:latin typeface="Times New Roman"/>
                <a:ea typeface="+mn-lt"/>
                <a:cs typeface="Times New Roman"/>
              </a:rPr>
              <a:t> summon 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Granite Moth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which slowly petrifies parts of the realm.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Completing sessions earns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Lumens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which can revive petrified objects, grow Focus Lilies, or unlock story lore.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Consistent focus across days builds 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“Chain of Concentration.”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After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7 successful days</a:t>
            </a:r>
            <a:r>
              <a:rPr lang="en-US" dirty="0">
                <a:latin typeface="Times New Roman"/>
                <a:ea typeface="+mn-lt"/>
                <a:cs typeface="Times New Roman"/>
              </a:rPr>
              <a:t>, users unlock 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ritual event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that frees Lyria and transforms the realm into a personal focus sanctuary.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245" y="3498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9" name="Content Placeholder 8" descr="A diagram of a user interface&#10;&#10;AI-generated content may be incorrect.">
            <a:extLst>
              <a:ext uri="{FF2B5EF4-FFF2-40B4-BE49-F238E27FC236}">
                <a16:creationId xmlns:a16="http://schemas.microsoft.com/office/drawing/2014/main" id="{8B818868-2811-49A3-0EB3-E52862F55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60" b="-13166"/>
          <a:stretch>
            <a:fillRect/>
          </a:stretch>
        </p:blipFill>
        <p:spPr>
          <a:xfrm>
            <a:off x="4273706" y="1143148"/>
            <a:ext cx="3567134" cy="46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80" y="1347761"/>
            <a:ext cx="11626311" cy="519082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200" dirty="0">
                <a:latin typeface="Times New Roman"/>
                <a:cs typeface="Times New Roman"/>
              </a:rPr>
              <a:t>1. User Interface Module</a:t>
            </a:r>
            <a:endParaRPr lang="en-US" sz="22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Provides the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main website interface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Built using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HTML and CSS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Displays:</a:t>
            </a:r>
            <a:endParaRPr lang="en-US" sz="2200" dirty="0">
              <a:latin typeface="Times New Roman"/>
              <a:cs typeface="Times New Roman"/>
            </a:endParaRPr>
          </a:p>
          <a:p>
            <a:pPr lvl="1"/>
            <a:r>
              <a:rPr lang="en-US" sz="2200" dirty="0">
                <a:latin typeface="Times New Roman"/>
                <a:ea typeface="+mn-lt"/>
                <a:cs typeface="Times New Roman"/>
              </a:rPr>
              <a:t>Home page</a:t>
            </a:r>
            <a:endParaRPr lang="en-US" sz="2200" dirty="0">
              <a:latin typeface="Times New Roman"/>
              <a:cs typeface="Times New Roman"/>
            </a:endParaRPr>
          </a:p>
          <a:p>
            <a:pPr lvl="1"/>
            <a:r>
              <a:rPr lang="en-US" sz="2200" dirty="0">
                <a:latin typeface="Times New Roman"/>
                <a:ea typeface="+mn-lt"/>
                <a:cs typeface="Times New Roman"/>
              </a:rPr>
              <a:t>Navigation menu</a:t>
            </a:r>
            <a:endParaRPr lang="en-US" sz="2200" dirty="0">
              <a:latin typeface="Times New Roman"/>
              <a:cs typeface="Times New Roman"/>
            </a:endParaRPr>
          </a:p>
          <a:p>
            <a:pPr lvl="1"/>
            <a:r>
              <a:rPr lang="en-US" sz="2200" dirty="0">
                <a:latin typeface="Times New Roman"/>
                <a:ea typeface="+mn-lt"/>
                <a:cs typeface="Times New Roman"/>
              </a:rPr>
              <a:t>Fantasy library sections</a:t>
            </a:r>
            <a:endParaRPr lang="en-US" sz="2200" dirty="0">
              <a:latin typeface="Times New Roman"/>
              <a:cs typeface="Times New Roman"/>
            </a:endParaRPr>
          </a:p>
          <a:p>
            <a:pPr lvl="1"/>
            <a:r>
              <a:rPr lang="en-US" sz="2200" dirty="0">
                <a:latin typeface="Times New Roman"/>
                <a:ea typeface="+mn-lt"/>
                <a:cs typeface="Times New Roman"/>
              </a:rPr>
              <a:t>Story / dream collections.</a:t>
            </a:r>
            <a:endParaRPr lang="en-US" sz="2200" dirty="0">
              <a:latin typeface="Times New Roman"/>
              <a:cs typeface="Times New Roman"/>
            </a:endParaRPr>
          </a:p>
          <a:p>
            <a:pPr lvl="1"/>
            <a:br>
              <a:rPr lang="en-US" dirty="0"/>
            </a:br>
            <a:endParaRPr lang="en-US" sz="2200" dirty="0">
              <a:latin typeface="Times New Roman"/>
              <a:cs typeface="Times New Roman"/>
            </a:endParaRPr>
          </a:p>
          <a:p>
            <a:pPr lvl="1"/>
            <a:r>
              <a:rPr lang="en-US" sz="2200" dirty="0">
                <a:latin typeface="Times New Roman"/>
                <a:cs typeface="Times New Roman"/>
              </a:rPr>
              <a:t>2. Dream Archive Module</a:t>
            </a: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Stores and displays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petrified dreams or magical stories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Organizes them into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categories or collections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Allows users to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browse and read dream records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br>
              <a:rPr lang="en-US" dirty="0"/>
            </a:b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cs typeface="Times New Roman"/>
              </a:rPr>
              <a:t>3. Search &amp; Explore Module</a:t>
            </a: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Allows users to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search for dreams or stories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Helps users </a:t>
            </a:r>
            <a:r>
              <a:rPr lang="en-US" sz="2200" b="1" dirty="0">
                <a:latin typeface="Times New Roman"/>
                <a:ea typeface="+mn-lt"/>
                <a:cs typeface="Times New Roman"/>
              </a:rPr>
              <a:t>explore the enchanted archive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 easily.</a:t>
            </a:r>
            <a:endParaRPr lang="en-US" sz="2200" dirty="0">
              <a:latin typeface="Times New Roman"/>
              <a:cs typeface="Times New Roman"/>
            </a:endParaRPr>
          </a:p>
          <a:p>
            <a:r>
              <a:rPr lang="en-US" sz="2200" dirty="0">
                <a:latin typeface="Times New Roman"/>
                <a:ea typeface="+mn-lt"/>
                <a:cs typeface="Times New Roman"/>
              </a:rPr>
              <a:t>Displays results dynamically.</a:t>
            </a:r>
            <a:endParaRPr lang="en-US" sz="22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8C29-8C26-06D0-55F6-82B476BA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7353" y="365125"/>
            <a:ext cx="2766447" cy="1622613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PROJECT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C8FA4-1D03-ECA6-942B-097F7293D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26" y="663253"/>
            <a:ext cx="12013769" cy="583659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4. Interactive Features Module</a:t>
            </a:r>
            <a:endParaRPr lang="en-US" sz="2400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Implemented using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JavaScript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Handles: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Button interactions</a:t>
            </a:r>
            <a:endParaRPr lang="en-US" dirty="0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Dynamic content updates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User navigation effects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Interactive reading experience.</a:t>
            </a:r>
            <a:br>
              <a:rPr lang="en-US" dirty="0"/>
            </a:b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cs typeface="Times New Roman"/>
              </a:rPr>
              <a:t>5. Registration / Visitor Module</a:t>
            </a:r>
            <a:endParaRPr lang="en-US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Allows users to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register as dream explorers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Collects: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Name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Email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dirty="0">
                <a:latin typeface="Times New Roman"/>
                <a:ea typeface="+mn-lt"/>
                <a:cs typeface="Times New Roman"/>
              </a:rPr>
              <a:t>Dream interest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Displays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submission confirmation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.</a:t>
            </a:r>
            <a:br>
              <a:rPr lang="en-US" sz="2400" dirty="0"/>
            </a:b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6. Browser Execution Module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Runs the application in the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web browser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.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Handles: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US" b="1" dirty="0">
                <a:latin typeface="Times New Roman"/>
                <a:ea typeface="+mn-lt"/>
                <a:cs typeface="Times New Roman"/>
              </a:rPr>
              <a:t>DOM manipulation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b="1" dirty="0">
                <a:latin typeface="Times New Roman"/>
                <a:ea typeface="+mn-lt"/>
                <a:cs typeface="Times New Roman"/>
              </a:rPr>
              <a:t>Event handling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b="1" dirty="0">
                <a:latin typeface="Times New Roman"/>
                <a:ea typeface="+mn-lt"/>
                <a:cs typeface="Times New Roman"/>
              </a:rPr>
              <a:t>UI rendering</a:t>
            </a:r>
            <a:endParaRPr lang="en-US">
              <a:latin typeface="Times New Roman"/>
              <a:cs typeface="Times New Roman"/>
            </a:endParaRPr>
          </a:p>
          <a:p>
            <a:pPr lvl="1"/>
            <a:r>
              <a:rPr lang="en-US" b="1" dirty="0">
                <a:latin typeface="Times New Roman"/>
                <a:ea typeface="+mn-lt"/>
                <a:cs typeface="Times New Roman"/>
              </a:rPr>
              <a:t>User interactions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C125-DF65-604C-6931-50AA22CF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849D-204A-E049-54B3-716A6517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D7A6E-3071-D3C4-3A0D-84F8CE3F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90" y="1722304"/>
            <a:ext cx="11716718" cy="5888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To design an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interactive fantasy-themed productivity web application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that encourages focused study.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To implement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HTML, CSS, and JavaScript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concepts for building a responsive and visually engaging interface.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To develop a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focus timer and progress tracking system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to help users manage study sessions effectively.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To incorporate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gamification elements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(fairy, magical realm, progress growth) to motivate consistent learning.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To apply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DOM manipulation and event handling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for interactive user actions.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To demonstrate the use of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modern web design techniques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such as responsive layouts, animations, and dynamic content.</a:t>
            </a:r>
            <a:endParaRPr lang="en-US" sz="200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65" y="1360677"/>
            <a:ext cx="10799735" cy="481628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lvl="1">
              <a:buNone/>
            </a:pPr>
            <a:r>
              <a:rPr lang="en-IN" sz="2000" dirty="0">
                <a:latin typeface="Times New Roman"/>
                <a:cs typeface="Times New Roman"/>
              </a:rPr>
              <a:t>Course Outcome 1: Internet Fundamentals, HTML &amp; Introductory CSS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Implemented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HTML document structure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using </a:t>
            </a:r>
            <a:r>
              <a:rPr lang="en-IN" sz="2000" dirty="0">
                <a:latin typeface="Times New Roman"/>
                <a:ea typeface="Calibri" panose="020F0502020204030204"/>
                <a:cs typeface="Times New Roman"/>
              </a:rPr>
              <a:t>&lt;html&gt;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IN" sz="2000" dirty="0">
                <a:latin typeface="Times New Roman"/>
                <a:ea typeface="Calibri" panose="020F0502020204030204"/>
                <a:cs typeface="Times New Roman"/>
              </a:rPr>
              <a:t>&lt;head&gt;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, and </a:t>
            </a:r>
            <a:r>
              <a:rPr lang="en-IN" sz="2000" dirty="0">
                <a:latin typeface="Times New Roman"/>
                <a:ea typeface="Calibri" panose="020F0502020204030204"/>
                <a:cs typeface="Times New Roman"/>
              </a:rPr>
              <a:t>&lt;body&gt;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headings, text elements, and meta tags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for webpage structure.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Applied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CSS styling with selectors, typography, and </a:t>
            </a:r>
            <a:r>
              <a:rPr lang="en-IN" sz="2000" b="1" err="1">
                <a:latin typeface="Times New Roman"/>
                <a:ea typeface="+mn-lt"/>
                <a:cs typeface="Times New Roman"/>
              </a:rPr>
              <a:t>color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 properties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spacing properties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like margin, padding, and borders.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Integrated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external fonts using Google Fonts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cs typeface="Times New Roman"/>
            </a:endParaRPr>
          </a:p>
          <a:p>
            <a:pPr indent="0">
              <a:buNone/>
            </a:pPr>
            <a:br>
              <a:rPr lang="en-US" dirty="0"/>
            </a:br>
            <a:endParaRPr lang="en-US" sz="20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IN" sz="2000" dirty="0">
                <a:latin typeface="Times New Roman"/>
                <a:cs typeface="Times New Roman"/>
              </a:rPr>
              <a:t>        Course Outcome 2: HTML Forms, Semantic Tags &amp; CSS Layouts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Created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HTML forms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using input fields, text-area, and select elements.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Designed structured content using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containers and layout sections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Implemented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CSS Grid and Flexbox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for page layout.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CSS animations, transitions, and hover effects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.</a:t>
            </a:r>
            <a:endParaRPr lang="en-IN" sz="2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sz="2000" dirty="0">
                <a:latin typeface="Times New Roman"/>
                <a:ea typeface="+mn-lt"/>
                <a:cs typeface="Times New Roman"/>
              </a:rPr>
              <a:t>Applied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responsive design using media querie</a:t>
            </a:r>
            <a:r>
              <a:rPr lang="en-IN" sz="2000" b="1" dirty="0">
                <a:ea typeface="+mn-lt"/>
                <a:cs typeface="+mn-lt"/>
              </a:rPr>
              <a:t>s</a:t>
            </a:r>
            <a:r>
              <a:rPr lang="en-IN" sz="2000" dirty="0">
                <a:ea typeface="+mn-lt"/>
                <a:cs typeface="+mn-lt"/>
              </a:rPr>
              <a:t>.</a:t>
            </a:r>
            <a:endParaRPr lang="en-IN" sz="2000" dirty="0"/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endParaRPr lang="en-IN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IN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6051-775C-5D59-CDEE-71D96FD0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"/>
                <a:ea typeface="Calibri"/>
                <a:cs typeface="Calibri"/>
              </a:rPr>
              <a:t>Co’s Attainments - FWD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F2F6-1952-4213-2236-B9DE166D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Course Outcome 3: JavaScript Programming Essentials</a:t>
            </a: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JavaScript functions and basic logic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Implemented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timers using </a:t>
            </a:r>
            <a:r>
              <a:rPr lang="en-US" sz="2000" b="1" err="1">
                <a:latin typeface="Times New Roman"/>
                <a:cs typeface="Times New Roman"/>
              </a:rPr>
              <a:t>setInterval</a:t>
            </a:r>
            <a:r>
              <a:rPr lang="en-US" sz="2000" b="1" dirty="0">
                <a:latin typeface="Times New Roman"/>
                <a:cs typeface="Times New Roman"/>
              </a:rPr>
              <a:t>()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event-driven programming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for user actions.</a:t>
            </a:r>
            <a:br>
              <a:rPr lang="en-US" sz="2000" dirty="0">
                <a:latin typeface="Times New Roman"/>
                <a:cs typeface="Times New Roman"/>
              </a:rPr>
            </a:br>
            <a:endParaRPr lang="en-US" sz="2000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2000" dirty="0">
                <a:latin typeface="Times New Roman"/>
                <a:cs typeface="Times New Roman"/>
              </a:rPr>
              <a:t>Course Outcome 4: JavaScript Interactivity &amp; DOM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Performed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DOM manipulation using </a:t>
            </a:r>
            <a:r>
              <a:rPr lang="en-US" sz="2000" b="1" err="1">
                <a:latin typeface="Times New Roman"/>
                <a:cs typeface="Times New Roman"/>
              </a:rPr>
              <a:t>querySelector</a:t>
            </a:r>
            <a:r>
              <a:rPr lang="en-US" sz="2000" b="1" dirty="0">
                <a:latin typeface="Times New Roman"/>
                <a:cs typeface="Times New Roman"/>
              </a:rPr>
              <a:t>()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 and </a:t>
            </a:r>
            <a:r>
              <a:rPr lang="en-US" sz="2000" b="1" err="1">
                <a:latin typeface="Times New Roman"/>
                <a:cs typeface="Times New Roman"/>
              </a:rPr>
              <a:t>getElementById</a:t>
            </a:r>
            <a:r>
              <a:rPr lang="en-US" sz="2000" b="1" dirty="0">
                <a:latin typeface="Times New Roman"/>
                <a:cs typeface="Times New Roman"/>
              </a:rPr>
              <a:t>()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Implemented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event handling with </a:t>
            </a:r>
            <a:r>
              <a:rPr lang="en-US" sz="2000" b="1" err="1">
                <a:latin typeface="Times New Roman"/>
                <a:cs typeface="Times New Roman"/>
              </a:rPr>
              <a:t>addEventListener</a:t>
            </a:r>
            <a:r>
              <a:rPr lang="en-US" sz="2000" b="1" dirty="0">
                <a:latin typeface="Times New Roman"/>
                <a:cs typeface="Times New Roman"/>
              </a:rPr>
              <a:t>()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Added 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interactive UI behavior using JavaScript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US" sz="2000" dirty="0">
                <a:latin typeface="Times New Roman"/>
                <a:ea typeface="Calibri"/>
                <a:cs typeface="Times New Roman"/>
              </a:rPr>
              <a:t>Course Outcome 5 : 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Advanced Web Development &amp;Deployment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r>
              <a:rPr lang="en-US" sz="2000" dirty="0">
                <a:latin typeface="Calibri"/>
                <a:ea typeface="+mn-lt"/>
                <a:cs typeface="Calibri"/>
              </a:rPr>
              <a:t>Implemented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dynamic user input handling through forms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Used </a:t>
            </a:r>
            <a:r>
              <a:rPr lang="en-US" sz="2000" b="1" dirty="0">
                <a:ea typeface="+mn-lt"/>
                <a:cs typeface="+mn-lt"/>
              </a:rPr>
              <a:t>responsive design with meta viewport tags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Integrated </a:t>
            </a:r>
            <a:r>
              <a:rPr lang="en-US" sz="2000" b="1" dirty="0">
                <a:ea typeface="+mn-lt"/>
                <a:cs typeface="+mn-lt"/>
              </a:rPr>
              <a:t>external resources and optimized page layout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E66D3-9ECE-A27C-7935-7928FF9D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06806-A870-A978-774B-A7BB4289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8A83B-F151-76E3-F00E-E2BCC630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1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Applied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basic algorithm logic</a:t>
            </a:r>
            <a:r>
              <a:rPr lang="en-IN" dirty="0">
                <a:latin typeface="Times New Roman"/>
                <a:ea typeface="+mn-lt"/>
                <a:cs typeface="Times New Roman"/>
              </a:rPr>
              <a:t> in JavaScript for timer and interaction flow.</a:t>
            </a:r>
            <a:endParaRPr lang="en-IN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searching of DOM elements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with </a:t>
            </a:r>
            <a:r>
              <a:rPr lang="en-IN" dirty="0" err="1">
                <a:latin typeface="Times New Roman"/>
                <a:ea typeface="Calibri"/>
                <a:cs typeface="Times New Roman"/>
              </a:rPr>
              <a:t>querySelector</a:t>
            </a:r>
            <a:r>
              <a:rPr lang="en-IN" dirty="0">
                <a:latin typeface="Times New Roman"/>
                <a:ea typeface="Calibri"/>
                <a:cs typeface="Times New Roman"/>
              </a:rPr>
              <a:t>()</a:t>
            </a:r>
            <a:r>
              <a:rPr lang="en-IN" dirty="0">
                <a:latin typeface="Times New Roman"/>
                <a:ea typeface="+mn-lt"/>
                <a:cs typeface="Times New Roman"/>
              </a:rPr>
              <a:t> and </a:t>
            </a:r>
            <a:r>
              <a:rPr lang="en-IN" dirty="0" err="1">
                <a:latin typeface="Times New Roman"/>
                <a:ea typeface="Calibri"/>
                <a:cs typeface="Times New Roman"/>
              </a:rPr>
              <a:t>getElementById</a:t>
            </a:r>
            <a:r>
              <a:rPr lang="en-IN" dirty="0">
                <a:latin typeface="Times New Roman"/>
                <a:ea typeface="Calibri"/>
                <a:cs typeface="Times New Roman"/>
              </a:rPr>
              <a:t>()</a:t>
            </a:r>
            <a:r>
              <a:rPr lang="en-IN" dirty="0">
                <a:latin typeface="Times New Roman"/>
                <a:ea typeface="+mn-lt"/>
                <a:cs typeface="Times New Roman"/>
              </a:rPr>
              <a:t>.</a:t>
            </a:r>
            <a:endParaRPr lang="en-IN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Represented tasks and tags using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List ADT concepts</a:t>
            </a:r>
            <a:r>
              <a:rPr lang="en-IN" dirty="0">
                <a:latin typeface="Times New Roman"/>
                <a:ea typeface="+mn-lt"/>
                <a:cs typeface="Times New Roman"/>
              </a:rPr>
              <a:t>.</a:t>
            </a:r>
            <a:endParaRPr lang="en-IN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Demonstrated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applications of lists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through task management.</a:t>
            </a:r>
            <a:endParaRPr lang="en-IN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Used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sequential execution with </a:t>
            </a:r>
            <a:r>
              <a:rPr lang="en-IN" b="1" dirty="0" err="1">
                <a:latin typeface="Times New Roman"/>
                <a:ea typeface="Calibri"/>
                <a:cs typeface="Times New Roman"/>
              </a:rPr>
              <a:t>setInterval</a:t>
            </a:r>
            <a:r>
              <a:rPr lang="en-IN" b="1" dirty="0">
                <a:latin typeface="Times New Roman"/>
                <a:ea typeface="Calibri"/>
                <a:cs typeface="Times New Roman"/>
              </a:rPr>
              <a:t>()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 and </a:t>
            </a:r>
            <a:r>
              <a:rPr lang="en-IN" b="1" dirty="0" err="1">
                <a:latin typeface="Times New Roman"/>
                <a:ea typeface="Calibri"/>
                <a:cs typeface="Times New Roman"/>
              </a:rPr>
              <a:t>setTimeout</a:t>
            </a:r>
            <a:r>
              <a:rPr lang="en-IN" b="1" dirty="0">
                <a:latin typeface="Times New Roman"/>
                <a:ea typeface="Calibri"/>
                <a:cs typeface="Times New Roman"/>
              </a:rPr>
              <a:t>()</a:t>
            </a:r>
            <a:r>
              <a:rPr lang="en-IN" dirty="0">
                <a:latin typeface="Times New Roman"/>
                <a:ea typeface="+mn-lt"/>
                <a:cs typeface="Times New Roman"/>
              </a:rPr>
              <a:t>, similar to queue-like operations.</a:t>
            </a:r>
            <a:endParaRPr lang="en-IN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IN" dirty="0">
                <a:latin typeface="Times New Roman"/>
                <a:ea typeface="+mn-lt"/>
                <a:cs typeface="Times New Roman"/>
              </a:rPr>
              <a:t>Implemented structured steps for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progress tracking and user interactions</a:t>
            </a:r>
            <a:r>
              <a:rPr lang="en-IN" dirty="0">
                <a:latin typeface="Times New Roman"/>
                <a:ea typeface="+mn-lt"/>
                <a:cs typeface="Times New Roman"/>
              </a:rPr>
              <a:t>.</a:t>
            </a:r>
            <a:endParaRPr lang="en-IN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endParaRPr lang="en-IN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4336" y="3498"/>
            <a:ext cx="10515600" cy="1325563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6" name="Content Placeholder 15" descr="A book cover with text and images&#10;&#10;AI-generated content may be incorrect.">
            <a:extLst>
              <a:ext uri="{FF2B5EF4-FFF2-40B4-BE49-F238E27FC236}">
                <a16:creationId xmlns:a16="http://schemas.microsoft.com/office/drawing/2014/main" id="{AF372315-3F91-4C41-F759-C70FA4532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08987"/>
            <a:ext cx="6369169" cy="3059286"/>
          </a:xfrm>
          <a:prstGeom prst="rect">
            <a:avLst/>
          </a:prstGeom>
        </p:spPr>
      </p:pic>
      <p:pic>
        <p:nvPicPr>
          <p:cNvPr id="17" name="Picture 16" descr="Screens screenshot of a black screen&#10;&#10;AI-generated content may be incorrect.">
            <a:extLst>
              <a:ext uri="{FF2B5EF4-FFF2-40B4-BE49-F238E27FC236}">
                <a16:creationId xmlns:a16="http://schemas.microsoft.com/office/drawing/2014/main" id="{44A8A8EE-AA46-F6A3-34AB-C614141EF2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884" t="4503" r="6884" b="-4332"/>
          <a:stretch>
            <a:fillRect/>
          </a:stretch>
        </p:blipFill>
        <p:spPr>
          <a:xfrm>
            <a:off x="6095999" y="2101927"/>
            <a:ext cx="6024126" cy="32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BCEB05FD-C3CB-B921-BB2B-A44A26B69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120" y="1031270"/>
            <a:ext cx="9195660" cy="47130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33C90-EFFC-E857-D912-1828EAF4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BF77A-EEFA-5680-59DD-A93A099F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B4D36-3CEB-8066-DDBD-7B61F0C9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Enchained Ephemera: The Library of Petrified Dreams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project combines productivity tools with an immersive fantasy environment.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It transforms regular study sessions into 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motivating and interactive experience</a:t>
            </a:r>
            <a:r>
              <a:rPr lang="en-US" dirty="0">
                <a:latin typeface="Times New Roman"/>
                <a:ea typeface="+mn-lt"/>
                <a:cs typeface="Times New Roman"/>
              </a:rPr>
              <a:t> through storytelling and visual progress.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Features like 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focus timer, progress tracking, and Chain of Concentration</a:t>
            </a:r>
            <a:r>
              <a:rPr lang="en-US" dirty="0">
                <a:latin typeface="Times New Roman"/>
                <a:ea typeface="+mn-lt"/>
                <a:cs typeface="Times New Roman"/>
              </a:rPr>
              <a:t> help users maintain consistent focus.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Glimmer-glade Realm and trapped fairy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act as symbolic rewards, where user productivity gradually restores the magical world.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The project demonstrates how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gamification and creative design</a:t>
            </a:r>
            <a:r>
              <a:rPr lang="en-US" dirty="0">
                <a:latin typeface="Times New Roman"/>
                <a:ea typeface="+mn-lt"/>
                <a:cs typeface="Times New Roman"/>
              </a:rPr>
              <a:t> can reduce procrastination and improve engagement.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It highlights the potential of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interactive web technologies</a:t>
            </a:r>
            <a:r>
              <a:rPr lang="en-US" dirty="0">
                <a:latin typeface="Times New Roman"/>
                <a:ea typeface="+mn-lt"/>
                <a:cs typeface="Times New Roman"/>
              </a:rPr>
              <a:t> to build emotionally engaging productivity applications.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Times New Roman"/>
                <a:ea typeface="+mn-lt"/>
                <a:cs typeface="Times New Roman"/>
              </a:rPr>
              <a:t>Overall, the system encourages users to stay focused while experiencing a </a:t>
            </a:r>
            <a:r>
              <a:rPr lang="en-US" b="1" dirty="0">
                <a:latin typeface="Times New Roman"/>
                <a:ea typeface="+mn-lt"/>
                <a:cs typeface="Times New Roman"/>
              </a:rPr>
              <a:t>unique blend of technology, art, and fantasy storytelling</a:t>
            </a:r>
            <a:r>
              <a:rPr lang="en-US" dirty="0">
                <a:latin typeface="Times New Roman"/>
                <a:ea typeface="+mn-lt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7" name="Content Placeholder 6" descr="A group of people sitting at tables with laptops&#10;&#10;AI-generated content may be incorrect.">
            <a:extLst>
              <a:ext uri="{FF2B5EF4-FFF2-40B4-BE49-F238E27FC236}">
                <a16:creationId xmlns:a16="http://schemas.microsoft.com/office/drawing/2014/main" id="{D7C671BA-62F3-C85E-38C8-C18927A6B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924" y="1537494"/>
            <a:ext cx="5419876" cy="42037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A group of people sitting at tables with a computer&#10;&#10;AI-generated content may be incorrect.">
            <a:extLst>
              <a:ext uri="{FF2B5EF4-FFF2-40B4-BE49-F238E27FC236}">
                <a16:creationId xmlns:a16="http://schemas.microsoft.com/office/drawing/2014/main" id="{C3353BD2-8606-1B36-A20D-82B410923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3" b="181"/>
          <a:stretch>
            <a:fillRect/>
          </a:stretch>
        </p:blipFill>
        <p:spPr>
          <a:xfrm>
            <a:off x="6096000" y="1534576"/>
            <a:ext cx="5612197" cy="42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3686</TotalTime>
  <Words>304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Custom Design</vt:lpstr>
      <vt:lpstr>Title: "ENCHAINED EPHEMERA ":THE LIBRARY OF PETRIFIED DREAMS</vt:lpstr>
      <vt:lpstr>OUTLINE</vt:lpstr>
      <vt:lpstr>Abstract</vt:lpstr>
      <vt:lpstr>Existing System </vt:lpstr>
      <vt:lpstr>Proposed System</vt:lpstr>
      <vt:lpstr>System Architecture</vt:lpstr>
      <vt:lpstr>Project Modules</vt:lpstr>
      <vt:lpstr>PROJECT MODULES</vt:lpstr>
      <vt:lpstr>Objectives</vt:lpstr>
      <vt:lpstr>Co’s Attainments - FWD</vt:lpstr>
      <vt:lpstr>Co’s Attainments - FWD </vt:lpstr>
      <vt:lpstr>Co’s Attainments - DSA</vt:lpstr>
      <vt:lpstr>Screenshots for FWD &amp; DSA</vt:lpstr>
      <vt:lpstr>PowerPoint Presentation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APPLE</cp:lastModifiedBy>
  <cp:revision>355</cp:revision>
  <dcterms:created xsi:type="dcterms:W3CDTF">2022-05-20T10:20:31Z</dcterms:created>
  <dcterms:modified xsi:type="dcterms:W3CDTF">2026-03-10T05:04:08Z</dcterms:modified>
</cp:coreProperties>
</file>